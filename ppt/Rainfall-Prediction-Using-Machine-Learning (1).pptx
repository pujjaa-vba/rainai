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Rainfall Prediction Using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rainfall using machine learning models. Project utilizes historical weather data. Achieved 85% accuracy using XGBoost.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3101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285661"/>
            <a:ext cx="3064788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Mohammed Faraan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60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Abstract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9016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5090160"/>
            <a:ext cx="3815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ML-Based Rainfall Prediction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580578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weather data used for training.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509016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8165783" y="5090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65783" y="5580578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Regression, XGBoost, SVC.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4254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6425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High Accuracy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915864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achieved 85% accuracy.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667" y="64254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8165783" y="6425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65783" y="6915864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Scikit-learn, XGBoost, Streamlit.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875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Existing System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3653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4863346"/>
            <a:ext cx="29773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Numerical Simulations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5376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forecasting methods.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463653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7655481" y="4863346"/>
            <a:ext cx="36410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Computationally Expensive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55481" y="535376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resource requirements.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7029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6397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Less Accurate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8875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Local, short-term forecasts inaccurate.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667" y="617029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4" name="Text 11"/>
          <p:cNvSpPr/>
          <p:nvPr/>
        </p:nvSpPr>
        <p:spPr>
          <a:xfrm>
            <a:off x="7655481" y="6397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Not Adaptive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55481" y="68875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Struggles with sudden weather changes.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72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Drawbacks of Existing System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62997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23767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High Resource Usage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5268516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 demands are significant.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362997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423767"/>
            <a:ext cx="2292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Limited Accuracy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5268516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Localized predictions are not precise.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362997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423767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Handling Issues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5268516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Struggles with large/unstructured data.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9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Proposed System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3118366"/>
            <a:ext cx="2152055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34101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3345180"/>
            <a:ext cx="13701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Prediction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939421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982998"/>
            <a:ext cx="4304109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892" y="418766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433304" y="4209812"/>
            <a:ext cx="19447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63164" y="4804053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847630"/>
            <a:ext cx="645616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94773" y="50522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7509272" y="5074444"/>
            <a:ext cx="26028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9107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preprocessing, model training, and prediction. Streamlit web interface for real-time predictions.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Input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Preprocessing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ML Models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Prediction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 UI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59363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Specifications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Hardware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Processor: Intel i5+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RAM: 8 GB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Storage: 256 GB SSD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Software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Jupyter/VS Code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Pandas, Sklearn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XGBoost, Streamlit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UML Diagram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3341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Input data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Receive Prediction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69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Modules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49354"/>
            <a:ext cx="1304211" cy="80795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1286351" y="265402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324814" y="2676168"/>
            <a:ext cx="26028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11348" y="3242072"/>
            <a:ext cx="11511915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370659"/>
            <a:ext cx="2608540" cy="80795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1938576" y="357532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629144" y="3597473"/>
            <a:ext cx="23327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15678" y="4163378"/>
            <a:ext cx="10207585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sp>
        <p:nvSpPr>
          <p:cNvPr id="11" name="Shape 9"/>
          <p:cNvSpPr/>
          <p:nvPr/>
        </p:nvSpPr>
        <p:spPr>
          <a:xfrm>
            <a:off x="793790" y="4291965"/>
            <a:ext cx="3912751" cy="80795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2590681" y="449663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933355" y="4518779"/>
            <a:ext cx="19447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19888" y="5084683"/>
            <a:ext cx="8903375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790" y="5213271"/>
            <a:ext cx="5217081" cy="80795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3242786" y="541793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237684" y="5440085"/>
            <a:ext cx="24324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Prediction Module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4218" y="6005989"/>
            <a:ext cx="7599045" cy="15240"/>
          </a:xfrm>
          <a:prstGeom prst="roundRect">
            <a:avLst>
              <a:gd name="adj" fmla="val 223256"/>
            </a:avLst>
          </a:prstGeom>
          <a:solidFill>
            <a:srgbClr val="65696B"/>
          </a:solidFill>
          <a:ln/>
        </p:spPr>
      </p:sp>
      <p:sp>
        <p:nvSpPr>
          <p:cNvPr id="19" name="Shape 17"/>
          <p:cNvSpPr/>
          <p:nvPr/>
        </p:nvSpPr>
        <p:spPr>
          <a:xfrm>
            <a:off x="793790" y="6134576"/>
            <a:ext cx="6521410" cy="80795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20" name="Text 18"/>
          <p:cNvSpPr/>
          <p:nvPr/>
        </p:nvSpPr>
        <p:spPr>
          <a:xfrm>
            <a:off x="3895011" y="633924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542014" y="6361390"/>
            <a:ext cx="1880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 Interface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991" y="543639"/>
            <a:ext cx="4942880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Working Procedure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303770" y="1556980"/>
            <a:ext cx="22860" cy="6129218"/>
          </a:xfrm>
          <a:prstGeom prst="roundRect">
            <a:avLst>
              <a:gd name="adj" fmla="val 129737"/>
            </a:avLst>
          </a:prstGeom>
          <a:solidFill>
            <a:srgbClr val="65696B"/>
          </a:solidFill>
          <a:ln/>
        </p:spPr>
      </p:sp>
      <p:sp>
        <p:nvSpPr>
          <p:cNvPr id="4" name="Shape 2"/>
          <p:cNvSpPr/>
          <p:nvPr/>
        </p:nvSpPr>
        <p:spPr>
          <a:xfrm>
            <a:off x="6522601" y="1990368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65696B"/>
          </a:solidFill>
          <a:ln/>
        </p:spPr>
      </p:sp>
      <p:sp>
        <p:nvSpPr>
          <p:cNvPr id="5" name="Shape 3"/>
          <p:cNvSpPr/>
          <p:nvPr/>
        </p:nvSpPr>
        <p:spPr>
          <a:xfrm>
            <a:off x="7092791" y="1779389"/>
            <a:ext cx="444818" cy="444818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7166967" y="1816477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855244" y="1754624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Load/Clean Data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514749" y="2978825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65696B"/>
          </a:solidFill>
          <a:ln/>
        </p:spPr>
      </p:sp>
      <p:sp>
        <p:nvSpPr>
          <p:cNvPr id="9" name="Shape 7"/>
          <p:cNvSpPr/>
          <p:nvPr/>
        </p:nvSpPr>
        <p:spPr>
          <a:xfrm>
            <a:off x="7092791" y="2767846"/>
            <a:ext cx="444818" cy="444818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7166967" y="2804934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303776" y="2743081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Split Data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22601" y="3868460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65696B"/>
          </a:solidFill>
          <a:ln/>
        </p:spPr>
      </p:sp>
      <p:sp>
        <p:nvSpPr>
          <p:cNvPr id="13" name="Shape 11"/>
          <p:cNvSpPr/>
          <p:nvPr/>
        </p:nvSpPr>
        <p:spPr>
          <a:xfrm>
            <a:off x="7092791" y="3657481"/>
            <a:ext cx="444818" cy="444818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4" name="Text 12"/>
          <p:cNvSpPr/>
          <p:nvPr/>
        </p:nvSpPr>
        <p:spPr>
          <a:xfrm>
            <a:off x="7166967" y="3694569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855244" y="3632716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 Models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514749" y="4758214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6569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2791" y="4547235"/>
            <a:ext cx="444818" cy="444818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8" name="Text 16"/>
          <p:cNvSpPr/>
          <p:nvPr/>
        </p:nvSpPr>
        <p:spPr>
          <a:xfrm>
            <a:off x="7166967" y="4584323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303776" y="4522470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Evaluate Models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522601" y="5647968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65696B"/>
          </a:solidFill>
          <a:ln/>
        </p:spPr>
      </p:sp>
      <p:sp>
        <p:nvSpPr>
          <p:cNvPr id="21" name="Shape 19"/>
          <p:cNvSpPr/>
          <p:nvPr/>
        </p:nvSpPr>
        <p:spPr>
          <a:xfrm>
            <a:off x="7092791" y="5436989"/>
            <a:ext cx="444818" cy="444818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22" name="Text 20"/>
          <p:cNvSpPr/>
          <p:nvPr/>
        </p:nvSpPr>
        <p:spPr>
          <a:xfrm>
            <a:off x="7166967" y="5474077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3855244" y="5412224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Deploy Model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514749" y="6537722"/>
            <a:ext cx="593050" cy="22860"/>
          </a:xfrm>
          <a:prstGeom prst="roundRect">
            <a:avLst>
              <a:gd name="adj" fmla="val 129737"/>
            </a:avLst>
          </a:prstGeom>
          <a:solidFill>
            <a:srgbClr val="65696B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2791" y="6326743"/>
            <a:ext cx="444818" cy="444818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26" name="Text 24"/>
          <p:cNvSpPr/>
          <p:nvPr/>
        </p:nvSpPr>
        <p:spPr>
          <a:xfrm>
            <a:off x="7166967" y="6363831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8303776" y="6301978"/>
            <a:ext cx="2506385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Input/Prediction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2025-04-15T15:56:18Z</dcterms:created>
  <dcterms:modified xsi:type="dcterms:W3CDTF">2025-04-15T15:56:18Z</dcterms:modified>
</cp:coreProperties>
</file>